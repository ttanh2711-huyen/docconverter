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 hoạch sử dụng đất năm 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Rà soát quỹ đất công trên địa bàn quận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